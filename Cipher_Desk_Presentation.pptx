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Cipher Desk is a single-file, offline web tool that encrypts, decrypts and breaks the Caesar and Vigenère ciphers.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ciphers are not secure, but they teach the ideas behind modern cryptanalysis. The gap: most tools only encrypt/decrypt, need a key, or send text to a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from correct encryption to measuring how reliable the breakers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one HTML file. Node.js is used only for repeatable tests of the core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ciphers share one shift function. Decryption reuses encryption, and the Vigenère breaker reuses the Caesar breaker on each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function shifts a single character. A double modulo keeps negative shifts valid, so decryption is simply the negative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only 26 keys, the breaker decrypts with every shift and scores each candidate against English letter frequencies. Lowest chi-squared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letter is shifted by the next key letter. The key index only advances on letters. Verified with the standard ATTACKATDAWN / LEMON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stages: estimate the key length with the Index of Coincidence, then solve each column as its own Caesar cipher.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desk: sidebar tabs on the left, active panel on the right. Collapses to one column under 720 px. Results are written with textContent, never innerHTML.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functions were copied into a Node.js script and tested with known vectors, round trips, and breaker trials on a 578-letter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Vigenère breaker reliability by ciphertext length across six keys. Unreliable below about 300 letters; 6 of 6 at 500 letters and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observations. The repeated-key behaviour is a display quirk: a repeated key still decrypts identically.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led to a design choice that kept the code small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learned, from modular arithmetic to why repeating keys motivated one-time pads and AES.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Cipher Desk met all five objectives. The main weaknesses are short Vigenère ciphertext and the repeated form of the key. Future scope targets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LABMENTIX  ·  CYBERSECURITY TRAINING PROGRAM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 &amp; Vigenère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 Tool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3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Desk: encrypt, decrypt and break classical ciphers entirely in the browser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Eshaan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Ganesh Kuche  |  Batch: 1 September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91440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11155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at the old bridge at midnight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0" y="2148840"/>
            <a:ext cx="640080" cy="640080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080760" y="3273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Phhw dw wkh rog eulgjh dw plgqljkw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classical ciphers?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103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and Vigenère are no longer secure, yet they show the ideas behind modern cryptanalysis: key space, frequency analysis and statistical attacks.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63440" y="1325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9562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2103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read about frequency analysis without seeing it work. Most online tools only encrypt and decrypt, need a known key, or send the text to a server.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offline, self-contained tool that encrypts with a chosen key, then attacks the result automatically without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Caesar and Vigenère encryption and decryption that preserve case, spaces, digits and punctuation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975104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066544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97510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automatic Caesar breaker using chi-squared scoring against English letter frequencies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62432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715768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6243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automatic Vigenère breaker: Index of Coincidence for key length, per-column frequency analysis for the key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27355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364992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2735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clear, responsive interface with six modes (encrypt, decrypt, break for each cipher) and one-click copy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3922776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9227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correctness and measure how reliable the breakers are as the ciphertext gets shorter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environment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and responsive layout with grid and flexbox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25980" y="13258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63140" y="1463040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773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6314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(ES6)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2631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cipher logic, statistics and UI wiring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13258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931920" y="1463040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157734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93192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393192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and manually testing the tool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63540" y="13258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00700" y="1463040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7734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007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24.18.1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60070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tests of the core functions outside the browser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132320" y="1325880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269480" y="1463040"/>
            <a:ext cx="457200" cy="45720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57734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6948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26948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and JetBrains Mono, with Georgia and system monospace fallbacks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file: index.html.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Markup, stylesheet and script together, with no build step, framework or backend. All processing happens on the user’s device, so no text or key is sent over the network.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Cipher Desk works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keys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0" y="13716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1481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one character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17556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caesarShiftChar keeps case; non-letters pass through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86200" y="1828800"/>
            <a:ext cx="228600" cy="228600"/>
          </a:xfrm>
          <a:prstGeom prst="rightArrow">
            <a:avLst/>
          </a:prstGeom>
          <a:solidFill>
            <a:srgbClr val="B3872F"/>
          </a:solidFill>
          <a:ln w="12700">
            <a:solidFill>
              <a:srgbClr val="B3872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3716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1481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17556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is encrypt with the negative shift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1828800"/>
            <a:ext cx="228600" cy="228600"/>
          </a:xfrm>
          <a:prstGeom prst="rightArrow">
            <a:avLst/>
          </a:prstGeom>
          <a:solidFill>
            <a:srgbClr val="B3872F"/>
          </a:solidFill>
          <a:ln w="12700">
            <a:solidFill>
              <a:srgbClr val="B387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13716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1481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17556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26 shifts, rank with chi-squared, report the best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Vigenère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828800" y="26974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6596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965960" y="3081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to A–Z; key index advances only on letters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886200" y="3154680"/>
            <a:ext cx="228600" cy="228600"/>
          </a:xfrm>
          <a:prstGeom prst="rightArrow">
            <a:avLst/>
          </a:prstGeom>
          <a:solidFill>
            <a:srgbClr val="B3872F"/>
          </a:solidFill>
          <a:ln w="12700">
            <a:solidFill>
              <a:srgbClr val="B387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60520" y="26974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9768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297680" y="3081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builds an inverse key (26 minus value)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17920" y="3154680"/>
            <a:ext cx="228600" cy="228600"/>
          </a:xfrm>
          <a:prstGeom prst="rightArrow">
            <a:avLst/>
          </a:prstGeom>
          <a:solidFill>
            <a:srgbClr val="B3872F"/>
          </a:solidFill>
          <a:ln w="12700">
            <a:solidFill>
              <a:srgbClr val="B387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92240" y="26974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2940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30815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finds the key length; each column is solved as a Caesar cipher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modes in the sidebar: Encrypt, Decrypt and Break for each cipher. Only the letters A–Z change.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Caesar: encrypt &amp; decrypt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35608"/>
            <a:ext cx="39319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caesarShiftChar(ch, shift){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((shift % 26) + 26) % 26;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code = ch.charCodeAt(0);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(ch &gt;= 'A' &amp;&amp; ch &lt;= 'Z')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ALPHABET[(code-65+s) % 26];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(ch &gt;= 'a' &amp;&amp; ch &lt;= 'z')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ALPHABET[(code-97+s) % 26]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.toLowerCase();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ch; // non-letters unchanged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832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A–Z are changed; case, spaces, digits and punctuation pass through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calls encrypt with the negative shift, so there is one piece of logic to verify</a:t>
            </a:r>
            <a:endParaRPr lang="en-US" sz="1300" dirty="0"/>
          </a:p>
        </p:txBody>
      </p:sp>
      <p:pic>
        <p:nvPicPr>
          <p:cNvPr id="10" name="Image 0" descr="/home/claude/img/fi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3749040" cy="17592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Encrypt tab: shift 3 turns “Meet at the old bridge at midnight” into “Phhw dw wkh rog eulgjh dw plgqljkw”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8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shifts: a tiny key space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Caesar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325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the text with every shift, 0 to 25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1828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candidate: chi-squared of its letter counts against English frequencies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4688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score is the most English-like; that shift is reported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310128"/>
            <a:ext cx="3931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letter of ALPHABET){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observed = counts[letter] ||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expected = ENGLISH_FREQ[letter]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/ 100 * 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+= (observed - expected) **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 expected;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pic>
        <p:nvPicPr>
          <p:cNvPr id="18" name="Image 0" descr="/home/claude/img/fi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3749040" cy="1753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3776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tab: “Wklv phvvdjh lv vhfuhw” becomes “This message is secret” with shift 3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937760" y="374904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74920" y="38221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 12.7%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074920" y="42245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E in English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903720" y="374904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040880" y="38221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9.1%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7040880" y="42245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T in English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Vigenère encryption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is cleaned to letters only and converted to upper case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is shifted by the next key letter; spaces and punctuation do not use up key characters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builds an inverse key (26 minus each value) and reuses encrypt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035808"/>
            <a:ext cx="3931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shift = key.charCodeAt(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keyIndex % key.length) - 65;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+= caesarShiftChar(ch, shift);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keyIndex++;  // only for letters</a:t>
            </a:r>
            <a:endParaRPr lang="en-US" sz="1000" dirty="0"/>
          </a:p>
        </p:txBody>
      </p:sp>
      <p:pic>
        <p:nvPicPr>
          <p:cNvPr id="10" name="Image 0" descr="/home/claude/img/fi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3749040" cy="1734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Vigenère Encrypt tab with keyword LEMON: ATTACKATDAWN becomes LXFOPVEFRNHR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test vector:  </a:t>
            </a:r>
            <a:pPr indent="0" marL="0">
              <a:buNone/>
            </a:pPr>
            <a:r>
              <a:rPr lang="en-US" sz="1500" b="1" dirty="0">
                <a:solidFill>
                  <a:srgbClr val="D4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ATTACKATDAWN + LEMON = LXFOPVEFRNHR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Vigenère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90472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84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length k, split the letters into k columns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132588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1490472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1984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IC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columns’ IC; the highest average gives 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32588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1490472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1984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columns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a Caesar cipher; its shift is a key letter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66560" y="132588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1490472"/>
            <a:ext cx="384048" cy="384048"/>
          </a:xfrm>
          <a:prstGeom prst="ellipse">
            <a:avLst/>
          </a:prstGeom>
          <a:solidFill>
            <a:srgbClr val="D4A441"/>
          </a:solidFill>
          <a:ln w="12700">
            <a:solidFill>
              <a:srgbClr val="D4A44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19842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recovered key goes to vigenereDecrypt; show key and plaintext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0.067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of English text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4612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2900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0.038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34290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of random letters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35040" y="3429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17920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 = Σ f(f−1) / N(N−1)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that two random letters match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</a:t>
            </a:r>
            <a:endParaRPr lang="en-US" sz="3400" dirty="0"/>
          </a:p>
        </p:txBody>
      </p:sp>
      <p:pic>
        <p:nvPicPr>
          <p:cNvPr id="7" name="Image 0" descr="/home/claude/img/fi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120640" cy="2421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794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sidebar tabs and the active panel</a:t>
            </a:r>
            <a:endParaRPr lang="en-US" sz="1050" dirty="0"/>
          </a:p>
        </p:txBody>
      </p:sp>
      <p:pic>
        <p:nvPicPr>
          <p:cNvPr id="9" name="Image 1" descr="/home/claude/img/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325880"/>
            <a:ext cx="1932476" cy="2651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852160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(mobile-width) window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modes  ·  one column below 720 px  ·  output via textContent, never innerHTML  ·  one-click Copy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approach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973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vectors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18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ATTACKATDAWN + LEMON must give LXFOPVEFRNHR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5946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7157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decrypt(encrypt(x)) = x for Caesar shifts 0, 1, 13, 25 and Vigenère key “Key-Word!”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69189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 trials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813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paragraph of A Tale of Two Cities (578 letters), six keys, cut to different lengths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480560" y="132588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663440" y="14630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4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test.js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 enc LEMON: LXFOPVEFRNHR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 caesar 0/1/13/25: true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 vig ("Key-Word!"): true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5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caesar, shifts 3/7/19: recovered correctly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480560" y="3017520"/>
            <a:ext cx="1988820" cy="1463040"/>
          </a:xfrm>
          <a:prstGeom prst="roundRect">
            <a:avLst>
              <a:gd name="adj" fmla="val 625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66344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8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578</a:t>
            </a:r>
            <a:endParaRPr lang="en-US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3794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in the test passage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97980" y="3017520"/>
            <a:ext cx="1988820" cy="1463040"/>
          </a:xfrm>
          <a:prstGeom prst="roundRect">
            <a:avLst>
              <a:gd name="adj" fmla="val 625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8086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8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0"/>
          <p:cNvSpPr txBox="1"/>
          <p:nvPr/>
        </p:nvSpPr>
        <p:spPr>
          <a:xfrm>
            <a:off x="6880860" y="3794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LEMON, CIPHER, KEY, SECURITY, SHIELD, VAULT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text is enough?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E4E7EE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letters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47088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C9CFDC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47088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1–3/6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847088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47088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150–250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36976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8F99B2"/>
          </a:solidFill>
          <a:ln w="12700">
            <a:solidFill>
              <a:srgbClr val="8F9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36976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4/6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3236976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3697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26864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3B4560"/>
          </a:solidFill>
          <a:ln w="12700">
            <a:solidFill>
              <a:srgbClr val="3B456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26864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4626864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26864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16752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16752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016752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016752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06640" y="1325880"/>
            <a:ext cx="1280160" cy="1783080"/>
          </a:xfrm>
          <a:prstGeom prst="roundRect">
            <a:avLst>
              <a:gd name="adj" fmla="val 7143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0664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correct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length, six keys tested (LEMON, CIPHER, KEY, SECURITY, SHIELD, VAULT)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about 300 letters: unreliable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100-letter text with a 5-letter key leaves about 20 letters per column, too few to trust letter counts.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6344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about 500 letters: 6 of 6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846320" y="3950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plaintext was recovered for every key at 500 and 578 letters.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584198"/>
            <a:ext cx="205740" cy="2057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encryption and decryption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842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trips returned the original text on a mixed sentence with capitals, digits and punctuation, and the standard test vector matched.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481328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1584198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breaker works on short text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9842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shift found for 12-letter and 28-letter samples. Only a handful of samples were tried, so very short texts may still fail.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218688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321558"/>
            <a:ext cx="205740" cy="2057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key is often a repeat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37216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came back as LEMONLEMON… (length 20). The plaintext was still 100% correct: IC peaks at multiples of the true length (0.073 at k = 5 vs about 0.041–0.049 elsewhere).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46320" y="3218688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190" y="3321558"/>
            <a:ext cx="205740" cy="2057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9496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local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37216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carries user text, and results use textContent, so there is no injection path.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case, spaces, digits and punctuation intact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upper- and lower-case ranges separately in one function; every other character is returned unchanged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Aligning the Vigenère key when text has spaces and punctuation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the key index only on letters and stripped non-letters from the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Avoiding duplicate decryption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Caesar: negate the shift. Vigenère: build an inverse key. Both reuse the encrypt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the 26 Caesar candidates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Chi-squared score against standard English letter frequencies; pick the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keys on short ciphertext, repeated keys on long ciphertext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several keys and lengths, documented the minimum useful length (about 500 letters) and noted the limitation on the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38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" y="146304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" y="1565910"/>
            <a:ext cx="205740" cy="2057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2648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ciphers are modular arithmetic; decryption is the same operation with a negative key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59836" y="13258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15284" y="146304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54" y="1565910"/>
            <a:ext cx="205740" cy="2057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15284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scoring against English letter frequencies is enough to break a 26-key cipher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62472" y="132588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156591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1792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of Coincidence (about 0.067 English vs 0.038 random) exposes a repeating key length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06324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2648" y="320040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" y="330327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12648" y="3703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attacks depend on sample size: 500 letters works, 100 fails, and measuring this is part of evaluating an attack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259836" y="306324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415284" y="320040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154" y="3303270"/>
            <a:ext cx="205740" cy="2057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415284" y="3703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testing a dependency-free browser tool: safe output with textContent, responsive CSS grid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062472" y="3063240"/>
            <a:ext cx="2624328" cy="1554480"/>
          </a:xfrm>
          <a:prstGeom prst="roundRect">
            <a:avLst>
              <a:gd name="adj" fmla="val 58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217920" y="3200400"/>
            <a:ext cx="411480" cy="411480"/>
          </a:xfrm>
          <a:prstGeom prst="ellipse">
            <a:avLst/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790" y="3303270"/>
            <a:ext cx="205740" cy="2057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217920" y="37033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keys are weak, which motivates one-time pads and modern ciphers such as AES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objectives met: six modes in one offline file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decryption exact; Caesar breaker worked on every short sample; Vigenère breaker recovered the plaintext in every trial from 500 letters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spots: short Vigenère ciphertext, and a key reported in repeated form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ciphers cannot protect real data, and a statistical attacker needs very little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9202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shortest key length (test divisors of the detected length)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Kasiski examination and an IC chart for each length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top few candidate keys or shifts with their scores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other languages and accented letters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ciphers (Atbash, Playfair, XOR) and an automated test library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Desk  |  Labmentix Cybersecurity Training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4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Eshaan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Ganesh Kuche  |  Batch: 1 September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91440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6636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14630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Caesar cipher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Vigenère cipher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Index of coincidence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Letter frequency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Chi-squared test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Kasiski examination (Wikipedia)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MDN Web Docs (HTML, CSS, JavaScript, Clipboard API)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Google Fonts: Spectral and JetBrains Mono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CE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Dickens, A Tale of Two Cities (public domain)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Caesar and Vigenère Cipher Tool: Cipher Desk</dc:title>
  <dc:subject>PptxGenJS Presentation</dc:subject>
  <dc:creator>Mohammed Eshaan</dc:creator>
  <cp:lastModifiedBy>Mohammed Eshaan</cp:lastModifiedBy>
  <cp:revision>1</cp:revision>
  <dcterms:created xsi:type="dcterms:W3CDTF">2026-09-19T12:58:22Z</dcterms:created>
  <dcterms:modified xsi:type="dcterms:W3CDTF">2026-09-19T12:58:22Z</dcterms:modified>
</cp:coreProperties>
</file>